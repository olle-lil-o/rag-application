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verage"/>
      <p:regular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verage-regular.fntdata"/><Relationship Id="rId14" Type="http://schemas.openxmlformats.org/officeDocument/2006/relationships/slide" Target="slides/slide9.xml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d84f5b3e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d84f5b3e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d84f5b3ea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d84f5b3ea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d84f5b3ea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d84f5b3ea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d84f5b3ea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d84f5b3e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d84f5b3ea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d84f5b3e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d84f5b3ea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d84f5b3ea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d84f5b3ea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d84f5b3ea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d84f5b3ea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d84f5b3ea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Development Project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1: Paavo, Josefine, and Olle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for the App/Project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346650"/>
            <a:ext cx="8520600" cy="32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Offer an LLM chat interface where you can upload books/manuals and trust the answers are anchored in those documents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Surface relevant snippets, similarity confidence, and reranking so the assistant stays grounded instead of hallucinating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Keep the workflow accessible via Gradio loader + CLI while centralizing embedding/data handling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RAG-application demo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Interactive loader lets you upload books/docs and choose the target profile (mini/sm/md)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Loaded content is chunked, embedded, and stored so it can back future conversations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Query app allows querying LLM, and the model grounds it's answers on relevant context.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inges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1175" y="210375"/>
            <a:ext cx="40838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app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425" y="79950"/>
            <a:ext cx="594991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rag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938" y="152400"/>
            <a:ext cx="701611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 overview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b="1" lang="en"/>
              <a:t>Docker Compose</a:t>
            </a:r>
            <a:r>
              <a:rPr lang="en"/>
              <a:t>: boots `pgvector_database` (PostgreSQL 18 + pgvector + pg_search) and Flyway migrations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b="1" lang="en"/>
              <a:t>Embeddings</a:t>
            </a:r>
            <a:r>
              <a:rPr lang="en"/>
              <a:t>: prefer Hugging Face local models for mini/sm; fallback to OpenAI/Azure OpenAI for larger profiles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b="1" lang="en"/>
              <a:t>LangChain + Gradio</a:t>
            </a:r>
            <a:r>
              <a:rPr lang="en"/>
              <a:t>: The gradio chat app supports retriever tools, reranking, and a streaming the final answer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</a:t>
            </a:r>
            <a:r>
              <a:rPr b="1" lang="en"/>
              <a:t>Utils</a:t>
            </a:r>
            <a:r>
              <a:rPr lang="en"/>
              <a:t>: `scripts/preprocess.py`, `utils/loader_utils.py`, and `chat_manager.py` share env-driven steps for consistency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in brief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b="1" lang="en"/>
              <a:t>Loader apps</a:t>
            </a:r>
            <a:r>
              <a:rPr lang="en"/>
              <a:t> (`app_loader.py`, `pipeline.py`) run `scripts/preprocess.py` with shared `utils/loader_utils.py`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b="1" lang="en"/>
              <a:t>Preprocess pipeline</a:t>
            </a:r>
            <a:r>
              <a:rPr lang="en"/>
              <a:t> chunking via spaCy/semantic chunker + local/Azure embeddings, then writes to `knowledge_base_mini/sm/md`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</a:t>
            </a:r>
            <a:r>
              <a:rPr b="1" lang="en"/>
              <a:t>Database</a:t>
            </a:r>
            <a:r>
              <a:rPr lang="en"/>
              <a:t> stores vectors (pgvector) and lexical indexes (pg_search); migrations live under `database-migrations/`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Notes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b="1" lang="en"/>
              <a:t>Docker Compose</a:t>
            </a:r>
            <a:r>
              <a:rPr lang="en"/>
              <a:t> boots the `pgvector_database` (PostgreSQL 18 + pgvector + pg_search) + Flyway migrations (`database-migrations` service)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b="1" lang="en"/>
              <a:t>Env hierarchy</a:t>
            </a:r>
            <a:r>
              <a:rPr lang="en"/>
              <a:t>: `project.env` → `.env` → `--env-file` overrides; controls PG, embeddings, Azure keys, chunking behavior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b="1" lang="en"/>
              <a:t>Key libs</a:t>
            </a:r>
            <a:r>
              <a:rPr lang="en"/>
              <a:t>: `pdfplumber`, spaCy, `sentence-transformers`, `psycopg2`, `pgvector`, `langchain`, `gradio`, `dotenv`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b="1" lang="en"/>
              <a:t>Run commands</a:t>
            </a:r>
            <a:r>
              <a:rPr lang="en"/>
              <a:t>: `uv sync`, `docker compose up -d database`, `uv run pipeline.py` / `uv run app_loader.py`, `uv run app_query.py`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